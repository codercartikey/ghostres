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122c65ccb45e4" /><Relationship Type="http://schemas.openxmlformats.org/officeDocument/2006/relationships/extended-properties" Target="/docProps/app.xml" Id="R30297dbd6ccc41de" /><Relationship Type="http://schemas.openxmlformats.org/officeDocument/2006/relationships/officeDocument" Target="/ppt/presentation.xml" Id="R94ac46e46933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ee62beb7d474f"/>
  </p:sldMasterIdLst>
  <p:notesMasterIdLst>
    <p:notesMasterId xmlns:r="http://schemas.openxmlformats.org/officeDocument/2006/relationships" r:id="R3aff9cc8c66745a1"/>
  </p:notesMasterIdLst>
  <p:sldIdLst>
    <p:sldId xmlns:r="http://schemas.openxmlformats.org/officeDocument/2006/relationships" id="256" r:id="Ra345598fde0749f8"/>
    <p:sldId xmlns:r="http://schemas.openxmlformats.org/officeDocument/2006/relationships" id="257" r:id="R6a1934bc35b44cf1"/>
    <p:sldId xmlns:r="http://schemas.openxmlformats.org/officeDocument/2006/relationships" id="258" r:id="Rff55304a21154eef"/>
    <p:sldId xmlns:r="http://schemas.openxmlformats.org/officeDocument/2006/relationships" id="259" r:id="R7efd83aeef224223"/>
    <p:sldId xmlns:r="http://schemas.openxmlformats.org/officeDocument/2006/relationships" id="260" r:id="Re7625411cd284797"/>
    <p:sldId xmlns:r="http://schemas.openxmlformats.org/officeDocument/2006/relationships" id="261" r:id="R52451f8312d941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d55fa09b747ea" /><Relationship Type="http://schemas.openxmlformats.org/officeDocument/2006/relationships/slideMaster" Target="/ppt/slideMasters/slideMaster1.xml" Id="R6d4ee62beb7d474f" /><Relationship Type="http://schemas.openxmlformats.org/officeDocument/2006/relationships/notesMaster" Target="/ppt/notesMasters/notesMaster1.xml" Id="R3aff9cc8c66745a1" /><Relationship Type="http://schemas.openxmlformats.org/officeDocument/2006/relationships/presProps" Target="/ppt/presProps.xml" Id="R7f6b17be640d41a5" /><Relationship Type="http://schemas.openxmlformats.org/officeDocument/2006/relationships/tableStyles" Target="/ppt/tableStyles.xml" Id="R5af6ec2bc7a34abd" /><Relationship Type="http://schemas.openxmlformats.org/officeDocument/2006/relationships/slide" Target="/ppt/slides/slide1.xml" Id="Ra345598fde0749f8" /><Relationship Type="http://schemas.openxmlformats.org/officeDocument/2006/relationships/slide" Target="/ppt/slides/slide2.xml" Id="R6a1934bc35b44cf1" /><Relationship Type="http://schemas.openxmlformats.org/officeDocument/2006/relationships/slide" Target="/ppt/slides/slide3.xml" Id="Rff55304a21154eef" /><Relationship Type="http://schemas.openxmlformats.org/officeDocument/2006/relationships/slide" Target="/ppt/slides/slide4.xml" Id="R7efd83aeef224223" /><Relationship Type="http://schemas.openxmlformats.org/officeDocument/2006/relationships/slide" Target="/ppt/slides/slide5.xml" Id="Re7625411cd284797" /><Relationship Type="http://schemas.openxmlformats.org/officeDocument/2006/relationships/slide" Target="/ppt/slides/slide6.xml" Id="R52451f8312d9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3952009c945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db008af194e33" /><Relationship Type="http://schemas.openxmlformats.org/officeDocument/2006/relationships/notesMaster" Target="/ppt/notesMasters/notesMaster1.xml" Id="Rf40ec5e61df2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80a1e87e640a9" /><Relationship Type="http://schemas.openxmlformats.org/officeDocument/2006/relationships/notesMaster" Target="/ppt/notesMasters/notesMaster1.xml" Id="R11a9b8505b2c44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94e1a7b4694160" /><Relationship Type="http://schemas.openxmlformats.org/officeDocument/2006/relationships/notesMaster" Target="/ppt/notesMasters/notesMaster1.xml" Id="R060c07ccaf7d47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bb03b26fc54d67" /><Relationship Type="http://schemas.openxmlformats.org/officeDocument/2006/relationships/notesMaster" Target="/ppt/notesMasters/notesMaster1.xml" Id="R1136904e9213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bf1e0fcd9437e" /><Relationship Type="http://schemas.openxmlformats.org/officeDocument/2006/relationships/notesMaster" Target="/ppt/notesMasters/notesMaster1.xml" Id="R2a20291b5a804b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44f3136794c92" /><Relationship Type="http://schemas.openxmlformats.org/officeDocument/2006/relationships/notesMaster" Target="/ppt/notesMasters/notesMaster1.xml" Id="R53ca20637baf40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visual is a generated conceptual illustration. It is not presented as project output or a real video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based on the current GhostRes Edge product scope. No external market-size claims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 supplied by the project author. It shows a completed Fast 2x restoration from 864x480 to 1728x960.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Desktop result: author supplied GhostRes Edge app screenshot. Snapdragon result: author supplied Qualcomm AI Hub profile screenshot. The profile ran on Snapdragon X Elite CRD, Windows 11, using QNN NPU.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drawn from the GhostRes Edge source structure: app.py, ghostres_edge/video.py, EnhancementEngine, and CudaRealESRGANEngine.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Keep the distinction between current CUDA desktop execution and future native Snapdragon application deployment clear during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a04bf9214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517b0ef264076" /><Relationship Type="http://schemas.openxmlformats.org/officeDocument/2006/relationships/slideLayout" Target="/ppt/slideLayouts/slideLayout1.xml" Id="R6b2c9c5bf196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2c9c5bf196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7626526574ec8" /><Relationship Type="http://schemas.openxmlformats.org/officeDocument/2006/relationships/image" Target="/ppt/media/image.png" Id="Ra287ef9e207e406c" /><Relationship Type="http://schemas.openxmlformats.org/officeDocument/2006/relationships/notesSlide" Target="/ppt/notesSlides/notesSlide1.xml" Id="R44df7ce53b4640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a14f515e246cf" /><Relationship Type="http://schemas.openxmlformats.org/officeDocument/2006/relationships/notesSlide" Target="/ppt/notesSlides/notesSlide2.xml" Id="Rb8ed8f80e100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fcd41e7a4b4f" /><Relationship Type="http://schemas.openxmlformats.org/officeDocument/2006/relationships/image" Target="/ppt/media/image2.png" Id="Raeebcbb6fd794218" /><Relationship Type="http://schemas.openxmlformats.org/officeDocument/2006/relationships/notesSlide" Target="/ppt/notesSlides/notesSlide3.xml" Id="Rb0b339ac4f524a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97ed8be24809" /><Relationship Type="http://schemas.openxmlformats.org/officeDocument/2006/relationships/image" Target="/ppt/media/image3.png" Id="R3745f136a2974b8e" /><Relationship Type="http://schemas.openxmlformats.org/officeDocument/2006/relationships/notesSlide" Target="/ppt/notesSlides/notesSlide4.xml" Id="R3fa31c364d1b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5851ea9334d48" /><Relationship Type="http://schemas.openxmlformats.org/officeDocument/2006/relationships/notesSlide" Target="/ppt/notesSlides/notesSlide5.xml" Id="Rc9b250d250c0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fe86ed9f9496b" /><Relationship Type="http://schemas.openxmlformats.org/officeDocument/2006/relationships/notesSlide" Target="/ppt/notesSlides/notesSlide6.xml" Id="Rd846e98266f444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7ef9e207e40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64D13-574E-407E-90CF-33B0ADC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GhostRes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387AF-AB7F-453E-B693-A99A3AB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95575"/>
            <a:ext cx="433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B7C7DD"/>
                </a:solidFill>
                <a:latin typeface="Aptos"/>
                <a:ea typeface="Aptos"/>
                <a:cs typeface="Aptos"/>
              </a:rPr>
              <a:t>Local AI video restoration with a verified Snapdragon model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CE952-F5EF-4DD9-9F0F-5376A62C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Short Pitch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6FAA9-AECE-4856-90D2-3EED023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7C7DD"/>
                </a:solidFill>
                <a:latin typeface="Aptos"/>
                <a:ea typeface="Aptos"/>
                <a:cs typeface="Aptos"/>
              </a:rPr>
              <a:t>Kartikey Bhardwaj  |  B.Tech CSE, DIT University</a:t>
            </a:r>
          </a:p>
        </p:txBody>
      </p:sp>
    </p:spTree>
    <p:extLst>
      <p:ext uri="{BB962C8B-B14F-4D97-AF65-F5344CB8AC3E}">
        <p14:creationId xmlns:p14="http://schemas.microsoft.com/office/powerpoint/2010/main" val="191325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99432-6DB9-4FBC-9D1C-D64B98EB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50873-9AD1-4DCD-82A4-B4F56C8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Low-resolution footage needs more than pixel stretching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A2C4F-6754-42B3-92CB-D990E2A0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7C7DD"/>
                </a:solidFill>
                <a:latin typeface="Aptos"/>
                <a:ea typeface="Aptos"/>
                <a:cs typeface="Aptos"/>
              </a:rPr>
              <a:t>Traditional interpolation increases size, but it loses edge definition and texture.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6E2CB-84D7-4557-835B-2C82C461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Video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AE6A6-A046-4302-B71C-012DECBA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14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EAF2FF"/>
                </a:solidFill>
                <a:latin typeface="Aptos"/>
                <a:ea typeface="Aptos"/>
                <a:cs typeface="Aptos"/>
              </a:rPr>
              <a:t>480p and compressed recordings become soft or blocky when enlarged.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D07A2-340A-4789-8DEB-B15D10A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2DB84-9C6C-4794-A21E-EF8EC0B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1937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EAF2FF"/>
                </a:solidFill>
                <a:latin typeface="Aptos"/>
                <a:ea typeface="Aptos"/>
                <a:cs typeface="Aptos"/>
              </a:rPr>
              <a:t>Cloud workflows can require creators to upload personal footage before enhancement.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4916-D53F-476A-A3C3-75E08F0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0EE87-0134-44DA-98D4-DA64C0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EAF2FF"/>
                </a:solidFill>
                <a:latin typeface="Aptos"/>
                <a:ea typeface="Aptos"/>
                <a:cs typeface="Aptos"/>
              </a:rPr>
              <a:t>Creators need a visible speed-versus-quality choice instead of an opaque process.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681B8-DE6D-49CD-A19A-84E774C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GhostRes Edge uses Real-ESRGAN super-resolution locally and reports the resulting processing tradeoffs.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4A59B-AF5B-4B15-B4A4-5C0D3121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95B2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7F95B2"/>
                </a:solidFill>
                <a:latin typeface="Aptos"/>
                <a:ea typeface="Aptos"/>
                <a:cs typeface="Aptos"/>
              </a:rPr>
              <a:t>GhostRes Edge  |  Snapdragon AI Lab Build and Present Challenge  |  2</a:t>
            </a:r>
          </a:p>
        </p:txBody>
      </p:sp>
    </p:spTree>
    <p:extLst>
      <p:ext uri="{BB962C8B-B14F-4D97-AF65-F5344CB8AC3E}">
        <p14:creationId xmlns:p14="http://schemas.microsoft.com/office/powerpoint/2010/main" val="1546116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4F04C-45D1-4AEE-B514-0EFBE8E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WORKING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AAD0-DCE0-4D3C-BC05-35BB2E2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local desktop workflow that exposes the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3EFF3-29E7-4309-BA71-FA63D5A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7C7DD"/>
                </a:solidFill>
                <a:latin typeface="Aptos"/>
                <a:ea typeface="Aptos"/>
                <a:cs typeface="Aptos"/>
              </a:rPr>
              <a:t>The user selects a video, chooses an enhancement mode, runs restoration, and reviews measured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24836-245A-4B01-B791-014DD9D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Fast 2x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13D9E-1BC3-41AF-B792-8BC2254A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2FF"/>
                </a:solidFill>
                <a:latin typeface="Aptos"/>
                <a:ea typeface="Aptos"/>
                <a:cs typeface="Aptos"/>
              </a:rPr>
              <a:t>Lower output resolution with quicker restoration.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EE62-DDC8-4F13-84D9-4D95784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7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7CFF"/>
                </a:solidFill>
                <a:latin typeface="Aptos"/>
                <a:ea typeface="Aptos"/>
                <a:cs typeface="Aptos"/>
              </a:rPr>
              <a:t>Quality 4x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00090-E75D-4739-BB54-1EEF333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2FF"/>
                </a:solidFill>
                <a:latin typeface="Aptos"/>
                <a:ea typeface="Aptos"/>
                <a:cs typeface="Aptos"/>
              </a:rPr>
              <a:t>Higher output resolution with greater compute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AFB89-847C-4E74-8950-BB31A1F5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7C7DD"/>
                </a:solidFill>
                <a:latin typeface="Aptos"/>
                <a:ea typeface="Aptos"/>
                <a:cs typeface="Aptos"/>
              </a:rPr>
              <a:t>The UI reports output resolution, frames processed, AI latency, AI FPS, and total time.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bcbb6fd794218"/>
          <a:stretch xmlns:a="http://schemas.openxmlformats.org/drawingml/2006/main"/>
        </p:blipFill>
        <p:spPr>
          <a:xfrm xmlns:a="http://schemas.openxmlformats.org/drawingml/2006/main">
            <a:off x="3857625" y="1814443"/>
            <a:ext cx="7667625" cy="4095890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F40EA-5F67-489F-BE94-92DC920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95B2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7F95B2"/>
                </a:solidFill>
                <a:latin typeface="Aptos"/>
                <a:ea typeface="Aptos"/>
                <a:cs typeface="Aptos"/>
              </a:rPr>
              <a:t>GhostRes Edge  |  Snapdragon AI Lab Build and Present Challenge  |  3</a:t>
            </a:r>
          </a:p>
        </p:txBody>
      </p:sp>
    </p:spTree>
    <p:extLst>
      <p:ext uri="{BB962C8B-B14F-4D97-AF65-F5344CB8AC3E}">
        <p14:creationId xmlns:p14="http://schemas.microsoft.com/office/powerpoint/2010/main" val="825793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3C4E8-888F-472F-BFC1-E9BB0C4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02097-BC12-41DA-8B89-8A27FE8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Desktop video result and Snapdragon model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FA92B-A272-478F-81C3-52577BEB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7C7DD"/>
                </a:solidFill>
                <a:latin typeface="Aptos"/>
                <a:ea typeface="Aptos"/>
                <a:cs typeface="Aptos"/>
              </a:rPr>
              <a:t>The two measurements answer different questions and use different workloads.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2381250"/>
                <a:gridCol w="2667000"/>
              </a:tblGrid>
              <a:tr h="101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Workload</a:t>
                      </a:r>
                    </a:p>
                  </a:txBody>
                  <a:tcPr marL="91440" marR="91440" marT="45720" marB="45720"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Measured result</a:t>
                      </a:r>
                    </a:p>
                  </a:txBody>
                  <a:tcPr marL="91440" marR="91440" marT="45720" marB="45720">
                    <a:solidFill>
                      <a:srgbClr val="0C1E33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RTX 3060 desktop app</a:t>
                      </a:r>
                    </a:p>
                  </a:txBody>
                  <a:tcPr marL="91440" marR="91440" marT="45720" marB="45720">
                    <a:solidFill>
                      <a:srgbClr val="102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95 frames at 864x480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Fast 2x</a:t>
                      </a:r>
                    </a:p>
                  </a:txBody>
                  <a:tcPr marL="91440" marR="91440" marT="45720" marB="45720">
                    <a:solidFill>
                      <a:srgbClr val="1028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1728x960 output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165.46 seconds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1720 ms per frame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0.58 AI FPS</a:t>
                      </a:r>
                    </a:p>
                  </a:txBody>
                  <a:tcPr marL="91440" marR="91440" marT="45720" marB="45720">
                    <a:solidFill>
                      <a:srgbClr val="102842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Snapdragon X Elite CRD</a:t>
                      </a:r>
                    </a:p>
                  </a:txBody>
                  <a:tcPr marL="91440" marR="91440" marT="45720" marB="45720"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Real-ESRGAN x4 ONNX tile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float32 [1, 3, 128, 128]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QNN NPU</a:t>
                      </a:r>
                    </a:p>
                  </a:txBody>
                  <a:tcPr marL="91440" marR="91440" marT="45720" marB="45720"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65.4 ms inference</a:t>
                      </a:r>
                    </a:p>
                    <a:p>
                      <a:r>
                        <a:rPr sz="1050">
                          <a:solidFill>
                            <a:srgbClr val="EAF2FF"/>
                          </a:solidFill>
                          <a:latin typeface="Aptos"/>
                          <a:ea typeface="Aptos"/>
                          <a:cs typeface="Aptos"/>
                        </a:rPr>
                        <a:t>0.2 MB peak memory</a:t>
                      </a:r>
                    </a:p>
                  </a:txBody>
                  <a:tcPr marL="91440" marR="91440" marT="45720" marB="45720">
                    <a:solidFill>
                      <a:srgbClr val="0B2138"/>
                    </a:solidFill>
                  </a:tcPr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5f136a2974b8e"/>
          <a:srcRect xmlns:a="http://schemas.openxmlformats.org/drawingml/2006/main" l="0" t="5000" r="38000" b="10000"/>
          <a:stretch xmlns:a="http://schemas.openxmlformats.org/drawingml/2006/main"/>
        </p:blipFill>
        <p:spPr>
          <a:xfrm xmlns:a="http://schemas.openxmlformats.org/drawingml/2006/main">
            <a:off x="7734300" y="1752600"/>
            <a:ext cx="37719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36D97-D80F-4639-9306-D92F006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0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7C7DD"/>
                </a:solidFill>
                <a:latin typeface="Aptos"/>
                <a:ea typeface="Aptos"/>
                <a:cs typeface="Aptos"/>
              </a:rPr>
              <a:t>Qualcomm AI Hub profile result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8C303-80C2-455C-BFC6-746EC90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B7C7DD"/>
                </a:solidFill>
                <a:latin typeface="Aptos"/>
                <a:ea typeface="Aptos"/>
                <a:cs typeface="Aptos"/>
              </a:rPr>
              <a:t>The desktop result measures an entire video. The Snapdragon result measures one 128x128 x4 model tile.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7F8C0-DB39-45B2-B440-5025930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95B2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7F95B2"/>
                </a:solidFill>
                <a:latin typeface="Aptos"/>
                <a:ea typeface="Aptos"/>
                <a:cs typeface="Aptos"/>
              </a:rPr>
              <a:t>GhostRes Edge  |  Snapdragon AI Lab Build and Present Challenge  |  4</a:t>
            </a:r>
          </a:p>
        </p:txBody>
      </p:sp>
    </p:spTree>
    <p:extLst>
      <p:ext uri="{BB962C8B-B14F-4D97-AF65-F5344CB8AC3E}">
        <p14:creationId xmlns:p14="http://schemas.microsoft.com/office/powerpoint/2010/main" val="783422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9F719-5848-4C06-8ED2-6FBA2D47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ENGINEERING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8ACCD-B7FB-4CE7-8038-AB5B077C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Modular inference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34DDE-1B4E-4D0B-89F0-E81A335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7C7DD"/>
                </a:solidFill>
                <a:latin typeface="Aptos"/>
                <a:ea typeface="Aptos"/>
                <a:cs typeface="Aptos"/>
              </a:rPr>
              <a:t>A reusable interface keeps model code separate from the video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E40B7-DDC4-48DF-97A8-614BAA1B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Desktop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DF94-FD87-4808-9506-E6F15B3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CustomTkinter UI</a:t>
            </a:r>
          </a:p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OpenCV video processing</a:t>
            </a:r>
          </a:p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Resolution checks and performance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2DC62-96A0-4525-BF05-5439E785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EnhancementEngine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B1135-050B-4873-9E26-43F85D8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B7C7DD"/>
                </a:solidFill>
                <a:latin typeface="Aptos"/>
                <a:ea typeface="Aptos"/>
                <a:cs typeface="Aptos"/>
              </a:rPr>
              <a:t>Single interface for frame enhancement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1A4DB-4065-4BBF-B01F-E64FC0AA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9D1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9D18C"/>
                </a:solidFill>
                <a:latin typeface="Aptos"/>
                <a:ea typeface="Aptos"/>
                <a:cs typeface="Aptos"/>
              </a:rPr>
              <a:t>Current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C7888-109F-4DAF-8213-80C23B98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CudaRealESRGANEngine</a:t>
            </a:r>
          </a:p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x2plus and x4plus models</a:t>
            </a:r>
          </a:p>
          <a:p xmlns:a="http://schemas.openxmlformats.org/drawingml/2006/main">
            <a:pPr>
              <a:defRPr sz="165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EAF2FF"/>
                </a:solidFill>
                <a:latin typeface="Aptos"/>
                <a:ea typeface="Aptos"/>
                <a:cs typeface="Aptos"/>
              </a:rPr>
              <a:t>128 pixel tiled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D8BDD-BCB7-4234-8C53-32EE77B9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10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7C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A7CFF"/>
                </a:solidFill>
                <a:latin typeface="Aptos"/>
                <a:ea typeface="Aptos"/>
                <a:cs typeface="Aptos"/>
              </a:rPr>
              <a:t>Snapdragon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8D414-D5E6-4188-81A7-E9EB291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291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2FF"/>
                </a:solidFill>
                <a:latin typeface="Aptos"/>
                <a:ea typeface="Aptos"/>
                <a:cs typeface="Aptos"/>
              </a:rPr>
              <a:t>ONNX export</a:t>
            </a:r>
          </a:p>
          <a:p xmlns:a="http://schemas.openxmlformats.org/drawingml/2006/main">
            <a:pPr>
              <a:defRPr sz="15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2FF"/>
                </a:solidFill>
                <a:latin typeface="Aptos"/>
                <a:ea typeface="Aptos"/>
                <a:cs typeface="Aptos"/>
              </a:rPr>
              <a:t>QNN NPU profile on X Elite CRD</a:t>
            </a:r>
          </a:p>
          <a:p xmlns:a="http://schemas.openxmlformats.org/drawingml/2006/main">
            <a:pPr>
              <a:defRPr sz="1575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2FF"/>
                </a:solidFill>
                <a:latin typeface="Aptos"/>
                <a:ea typeface="Aptos"/>
                <a:cs typeface="Aptos"/>
              </a:rPr>
              <a:t>Future OnnxQnnEngine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9C95-73C7-4341-B1F9-59F911AD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B7C7DD"/>
                </a:solidFill>
                <a:latin typeface="Aptos"/>
                <a:ea typeface="Aptos"/>
                <a:cs typeface="Aptos"/>
              </a:rPr>
              <a:t>The future QNN backend can retain the existing UI and video pipeline rather than requiring a product rewrite.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E92B1-20EB-4FEB-A42A-AEEA981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95B2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7F95B2"/>
                </a:solidFill>
                <a:latin typeface="Aptos"/>
                <a:ea typeface="Aptos"/>
                <a:cs typeface="Aptos"/>
              </a:rPr>
              <a:t>GhostRes Edge  |  Snapdragon AI Lab Build and Present Challenge  |  5</a:t>
            </a:r>
          </a:p>
        </p:txBody>
      </p:sp>
    </p:spTree>
    <p:extLst>
      <p:ext uri="{BB962C8B-B14F-4D97-AF65-F5344CB8AC3E}">
        <p14:creationId xmlns:p14="http://schemas.microsoft.com/office/powerpoint/2010/main" val="717219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5D3BA-5350-4F79-8A46-4B92CB0B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7A2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7A2FF"/>
                </a:solidFill>
                <a:latin typeface="Aptos"/>
                <a:ea typeface="Aptos"/>
                <a:cs typeface="Aptos"/>
              </a:rPr>
              <a:t>SUBMISSION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77C4C-ED7E-4A21-BD8B-4CCE33CD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GhostRes Edge demonstrates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35B4C-60F1-4C73-87E9-0FB36E3B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B7C7DD"/>
                </a:solidFill>
                <a:latin typeface="Aptos"/>
                <a:ea typeface="Aptos"/>
                <a:cs typeface="Aptos"/>
              </a:rPr>
              <a:t>A working local restoration application with measured video output and verified Snapdragon model profiling.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08B3B-0077-470E-B99B-735B58D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9D1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9D18C"/>
                </a:solidFill>
                <a:latin typeface="Aptos"/>
                <a:ea typeface="Aptos"/>
                <a:cs typeface="Aptos"/>
              </a:rPr>
              <a:t>Available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15031-C035-496D-B074-1FD3F05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Working desktop app</a:t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Fast 2x and Quality 4x modes</a:t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Full 95-frame local restoration result</a:t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ONNX model validated with onnx.checker</a:t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Snapdragon X Elite CRD QNN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2816B-ADCE-4124-BB58-B3A545D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7C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A7CFF"/>
                </a:solidFill>
                <a:latin typeface="Aptos"/>
                <a:ea typeface="Aptos"/>
                <a:cs typeface="Aptos"/>
              </a:rPr>
              <a:t>Next engineering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63EE0-5C68-4C10-B980-F917BC6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Implement the QNN inference engine inside the same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Benchmark the full video pipeline on a physical Snapdragon PC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Preserve source audio during output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900B2-A177-4A25-9283-ABD3A2B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GhostRes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F31FF-A13A-470F-9815-11DA7DC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3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7C7D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B7C7DD"/>
                </a:solidFill>
                <a:latin typeface="Aptos"/>
                <a:ea typeface="Aptos"/>
                <a:cs typeface="Aptos"/>
              </a:rPr>
              <a:t>Local AI video restoration built with a clear route from CUDA development to Snapdragon QNN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AA29A-C874-4F4A-8D8F-FEF01BED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7F95B2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7F95B2"/>
                </a:solidFill>
                <a:latin typeface="Aptos"/>
                <a:ea typeface="Aptos"/>
                <a:cs typeface="Aptos"/>
              </a:rPr>
              <a:t>GhostRes Edge  |  Snapdragon AI Lab Build and Present Challenge  |  6</a:t>
            </a:r>
          </a:p>
        </p:txBody>
      </p:sp>
    </p:spTree>
    <p:extLst>
      <p:ext uri="{BB962C8B-B14F-4D97-AF65-F5344CB8AC3E}">
        <p14:creationId xmlns:p14="http://schemas.microsoft.com/office/powerpoint/2010/main" val="152121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2026-09-27T12:17:42.5430000Z</dcterms:created>
  <dcterms:modified xsi:type="dcterms:W3CDTF">2026-09-27T12:17:42.5430000Z</dcterms:modified>
</coreProperties>
</file>